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445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Weisenfeld  ·  Physics Teacher, Orion High School  ·  April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Typical query cost under $0.01 with caching enabled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$0.01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Caching: How Costs Stay 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56032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56032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in Gemini hot memory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</a:t>
            </a:r>
            <a:endParaRPr lang="en-US" sz="18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~95% cache hit rate during business hours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3931920" cy="1554480"/>
          </a:xfrm>
          <a:prstGeom prst="rect">
            <a:avLst/>
          </a:prstGeom>
          <a:solidFill>
            <a:srgbClr val="F4F6F9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4160520"/>
            <a:ext cx="3931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</a:rPr>
              <a:t>$0.002–0.005</a:t>
            </a:r>
            <a:endParaRPr lang="en-US" sz="2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model / cached query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4160520"/>
            <a:ext cx="3931920" cy="1554480"/>
          </a:xfrm>
          <a:prstGeom prst="rect">
            <a:avLst/>
          </a:prstGeom>
          <a:solidFill>
            <a:srgbClr val="F4F6F9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4160520"/>
            <a:ext cx="3931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</a:rPr>
              <a:t>$0.02–0.05</a:t>
            </a:r>
            <a:endParaRPr lang="en-US" sz="2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model / cached query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578</Words>
  <Application>Microsoft Office PowerPoint</Application>
  <PresentationFormat>On-screen Show (4:3)</PresentationFormat>
  <Paragraphs>129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4</cp:revision>
  <dcterms:created xsi:type="dcterms:W3CDTF">2026-04-08T16:45:41Z</dcterms:created>
  <dcterms:modified xsi:type="dcterms:W3CDTF">2026-04-08T17:04:22Z</dcterms:modified>
</cp:coreProperties>
</file>
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(Pasco School District 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Typical query cost under $0.01 with caching enabled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$0.01</a:t>
            </a:r>
            <a:endParaRPr lang="en-US" sz="4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Caching: How Costs Stay 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3931920" cy="256032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algn="ctr"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56032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8016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algn="ctr"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Document in Gemini hot memory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~95% cache hit rate during business hours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3931920" cy="1554480"/>
          </a:xfrm>
          <a:prstGeom prst="rect">
            <a:avLst/>
          </a:prstGeom>
          <a:solidFill>
            <a:srgbClr val="F4F6F9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160520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84C"/>
                </a:solidFill>
              </a:rPr>
              <a:t>$0.002–0.005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Flash model / cached query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754880" y="4160520"/>
            <a:ext cx="3931920" cy="1554480"/>
          </a:xfrm>
          <a:prstGeom prst="rect">
            <a:avLst/>
          </a:prstGeom>
          <a:solidFill>
            <a:srgbClr val="F4F6F9"/>
          </a:solidFill>
          <a:ln w="1905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160520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84C"/>
                </a:solidFill>
              </a:rPr>
              <a:t>$0.02–0.05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3A5F"/>
                </a:solidFill>
              </a:rPr>
              <a:t>Pro model / cached query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pPr algn="ctr" indent="0" marL="0">
              <a:buNone/>
            </a:pP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Weisenfeld</cp:lastModifiedBy>
  <cp:revision>1</cp:revision>
  <dcterms:created xsi:type="dcterms:W3CDTF">2026-04-08T16:45:41Z</dcterms:created>
  <dcterms:modified xsi:type="dcterms:W3CDTF">2026-04-08T16:45:41Z</dcterms:modified>
</cp:coreProperties>
</file>